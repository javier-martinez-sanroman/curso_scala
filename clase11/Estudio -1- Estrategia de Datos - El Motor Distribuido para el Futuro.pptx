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3" r:id="rId4"/>
    <p:sldId id="264" r:id="rId5"/>
    <p:sldId id="259" r:id="rId6"/>
  </p:sldIdLst>
  <p:sldSz cx="14630400" cy="8229600"/>
  <p:notesSz cx="8229600" cy="14630400"/>
  <p:embeddedFontLst>
    <p:embeddedFont>
      <p:font typeface="Open Sans" panose="020B0606030504020204" pitchFamily="34" charset="0"/>
      <p:regular r:id="rId8"/>
      <p:bold r:id="rId9"/>
      <p:italic r:id="rId10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71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7789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Estrategia de Datos: El Motor Distribuido para el Futuro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4439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Análisis de arquitecturas para clúster Apache Spark — Gestores de recursos y entornos de despliegue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625346"/>
            <a:ext cx="4304586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29878" y="5693331"/>
            <a:ext cx="40324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INFORME TÉCNICO + PRESENTACIÓN EJECUTIVA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3FDF63-DC41-329D-40F6-40D4EF034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42" y="315686"/>
            <a:ext cx="12943115" cy="742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22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38AFDD-EA45-34AE-10B2-E38B4881C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21" y="149993"/>
            <a:ext cx="13192680" cy="80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17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5389E1-58A3-1E33-4281-39858152C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71" y="364336"/>
            <a:ext cx="12424318" cy="739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3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3538"/>
            <a:ext cx="1233547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Cómo Defender la Propuesta ante el CDO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613654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se cuestiona por qué se descarta Mesos o Standalone masivo, esta es la respuesta estratégica que demuestra dominio técnico </a:t>
            </a:r>
            <a:r>
              <a:rPr lang="en-US" sz="15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visión de negocio.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368510"/>
            <a:ext cx="4238387" cy="2558296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70930" y="2368510"/>
            <a:ext cx="91440" cy="2558296"/>
          </a:xfrm>
          <a:prstGeom prst="roundRect">
            <a:avLst>
              <a:gd name="adj" fmla="val 88558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77992" y="2584133"/>
            <a:ext cx="336661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Dirección del mercado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77992" y="2983587"/>
            <a:ext cx="373856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Kubernetes lidera en todas las encuestas de adopción de Spark. Apostar por K8s es apostar por el consenso de la industria, no por una tendencia marginal.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96007" y="2368510"/>
            <a:ext cx="4238387" cy="2558296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173147" y="2368510"/>
            <a:ext cx="91440" cy="2558296"/>
          </a:xfrm>
          <a:prstGeom prst="roundRect">
            <a:avLst>
              <a:gd name="adj" fmla="val 88558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0209" y="2584133"/>
            <a:ext cx="251245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Coste de talento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480209" y="2983587"/>
            <a:ext cx="3738563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significativamente más fácil — y económico — contratar ingenieros de Kubernetes que especialistas en YARN o Mesos. El mercado de talento valida la decisión.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98223" y="2368510"/>
            <a:ext cx="4238387" cy="2558296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9575363" y="2368510"/>
            <a:ext cx="91440" cy="2558296"/>
          </a:xfrm>
          <a:prstGeom prst="roundRect">
            <a:avLst>
              <a:gd name="adj" fmla="val 88558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882426" y="2584133"/>
            <a:ext cx="3738563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Velocidad de respuesta al negocio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882426" y="3284815"/>
            <a:ext cx="3738563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permite experimentar por 200 € antes de comprometer 200.000 €. On-premise con Kubernetes es respetable, pero la nube reduce el riesgo de decisión inicial.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82993" y="5295424"/>
            <a:ext cx="12753618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"CDO, mi recomendación equilibra tres cosas: (1) la dirección del mercado —K8s gana en todas las encuestas de Spark—, (2) el coste de mantener talento —más fácil contratar ingenieros de K8s que de YARN— y (3) la velocidad de respuesta al negocio. ¿Qué nivel de control normativo necesitamos realmente?"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3790" y="5111115"/>
            <a:ext cx="22860" cy="1224439"/>
          </a:xfrm>
          <a:prstGeom prst="rect">
            <a:avLst/>
          </a:prstGeom>
          <a:solidFill>
            <a:srgbClr val="26A6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793790" y="6519863"/>
            <a:ext cx="13042821" cy="1026200"/>
          </a:xfrm>
          <a:prstGeom prst="roundRect">
            <a:avLst>
              <a:gd name="adj" fmla="val 789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6805374"/>
            <a:ext cx="240983" cy="19276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20297" y="6731794"/>
            <a:ext cx="1222355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Demostrar que se domina tanto el </a:t>
            </a:r>
            <a:r>
              <a:rPr lang="en-US" sz="1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qué</a:t>
            </a: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como el </a:t>
            </a:r>
            <a:r>
              <a:rPr lang="en-US" sz="1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qué</a:t>
            </a: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 lo que diferencia a un gran profesional de datos. ¡Mucho éxito en tu primera misión!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255</Words>
  <Application>Microsoft Office PowerPoint</Application>
  <PresentationFormat>Personalizado</PresentationFormat>
  <Paragraphs>15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Open Sans</vt:lpstr>
      <vt:lpstr>Unbounded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Equipo Impulso_06 - CZC9497G60</cp:lastModifiedBy>
  <cp:revision>3</cp:revision>
  <dcterms:created xsi:type="dcterms:W3CDTF">2026-04-20T10:36:06Z</dcterms:created>
  <dcterms:modified xsi:type="dcterms:W3CDTF">2026-04-20T10:53:46Z</dcterms:modified>
</cp:coreProperties>
</file>